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3"/>
    <p:sldId id="257" r:id="rId4"/>
    <p:sldId id="258" r:id="rId5"/>
    <p:sldId id="276" r:id="rId6"/>
    <p:sldId id="277" r:id="rId7"/>
    <p:sldId id="278" r:id="rId8"/>
    <p:sldId id="279" r:id="rId9"/>
    <p:sldId id="25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FAB6-8902-4FE0-AF95-BD71E15017D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7313D-0C4E-43D8-8CEE-255F85B510B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redux.js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136525"/>
            <a:ext cx="3240088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E481144-083E-48B0-8111-829C05786E9C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3076" name="TextBox 7"/>
          <p:cNvSpPr txBox="1">
            <a:spLocks noChangeArrowheads="1"/>
          </p:cNvSpPr>
          <p:nvPr/>
        </p:nvSpPr>
        <p:spPr bwMode="auto">
          <a:xfrm>
            <a:off x="468313" y="1050284"/>
            <a:ext cx="11255375" cy="2553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Code: </a:t>
            </a:r>
            <a:r>
              <a:rPr lang="en-IN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U23CS494</a:t>
            </a:r>
            <a: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Title: </a:t>
            </a: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FULL STACK DEVELOPMENT</a:t>
            </a:r>
            <a:b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altLang="en-US" sz="4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70234" y="4861566"/>
            <a:ext cx="9051532" cy="9461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2: Frontend with React</a:t>
            </a: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React </a:t>
            </a:r>
            <a:br>
              <a:rPr lang="en-US" b="1" dirty="0"/>
            </a:br>
            <a:r>
              <a:rPr lang="en-US" b="1" dirty="0"/>
              <a:t>State Management: Context API and Redux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Choosing between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React Context API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Redux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depends on your application's size, complexity, and performance needs. 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</a:pPr>
            <a:r>
              <a:rPr lang="en-US" dirty="0"/>
              <a:t>The Context API is a built-in, lightweight solution for simple, infrequent state changes, while Redux is a robust, external library for complex, large-scale applications with frequent updates and advanced debugging requirements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React 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Context API is a built-in feature in React that allows you to pass data through the component tree without manually passing props at every level (prop drilling).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React 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Use Cases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Theme management (dark/light)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authentication data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Language / localization settings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Small to medium React applications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React 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Core Concepts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createContext</a:t>
            </a:r>
            <a:r>
              <a:rPr lang="en-US" b="1" dirty="0"/>
              <a:t>()</a:t>
            </a:r>
            <a:r>
              <a:rPr lang="en-US" dirty="0"/>
              <a:t> – creates a context object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Provider</a:t>
            </a:r>
            <a:r>
              <a:rPr lang="en-US" dirty="0"/>
              <a:t> – supplies state to child components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useContext</a:t>
            </a:r>
            <a:r>
              <a:rPr lang="en-US" b="1" dirty="0"/>
              <a:t>()</a:t>
            </a:r>
            <a:r>
              <a:rPr lang="en-US" dirty="0"/>
              <a:t> – consumes context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React 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Pros: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Built-in: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No extra libraries or dependencies are needed.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Simplicity: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Easy to learn and implement with minimal boilerplate code.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Ideal for simple, global states: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Works well for data that doesn't change frequently, such as themes, user authentication status, or language preferences.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39" y="5529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React Context API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878" y="1229723"/>
            <a:ext cx="11429143" cy="551012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Cons:</a:t>
            </a:r>
            <a:endParaRPr lang="en-US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Performance issues: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When a value in the context changes, all components consuming that context are forced to re-render, which can lead to performance bottlenecks in large applications if not optimized (e.g., by splitting contexts).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Limited tooling: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Lacks powerful debugging tools like time-travel debugging.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Not ideal for complex logic: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Doesn't offer built-in support for middleware or complex state transformations.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589" y="200739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Redux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29" y="1526302"/>
            <a:ext cx="11358081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Redux is a standalone JavaScript library that provides a predictable and centralized store for managing application state. 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It enforces a strict unidirectional data flow and is commonly used with React via the React-Redux library. 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modern approach uses Redux Toolkit to reduce boilerplate.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589" y="200739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Redux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30" y="1331093"/>
            <a:ext cx="11358081" cy="476148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Core Concepts: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Store: A single, centralized object that holds the entire application state (single source of truth).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Actions: Plain JavaScript objects that describe what happened in the application (e.g., { type: 'INCREMENT', payload: 1 }).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Reducers: Pure functions that take the current state and an action, and return a new state object.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Dispatch: A function used to send actions to the store to trigger a state change.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25" y="-148583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Redux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025" y="992046"/>
            <a:ext cx="11358081" cy="514162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Pros: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Predictable state: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The strict flow makes it easier to trace and understand when, where, why, and how the state has changed.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Powerful debugging tools: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Offers excellent developer tools, including time-travel debugging, which can replay bugs and inspect every state change.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Scalability: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Designed for large-scale applications with complex state interactions and many developers.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Middleware support: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Allows for powerful extensions, such as handling asynchronous logic (API calls) using middleware like Redux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Google Sans"/>
              </a:rPr>
              <a:t>Thunk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lang="en-US" b="0" i="0" dirty="0">
                <a:solidFill>
                  <a:srgbClr val="1A0DAB"/>
                </a:solidFill>
                <a:effectLst/>
                <a:latin typeface="Google Sans"/>
                <a:hlinkClick r:id="rId1"/>
              </a:rPr>
              <a:t>Redux Saga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Performance optimization: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Only components subscribed to specific parts (slices) of the state re-render when that specific data changes.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589" y="200739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Redux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30" y="1331093"/>
            <a:ext cx="11358081" cy="51416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Cons:</a:t>
            </a:r>
            <a:endParaRPr lang="en-US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Learning curve: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Involves more concepts (actions, reducers, store, middleware) which can be difficult for beginners.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More boilerplate: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Despite the improvements in Redux Toolkit, it generally requires more code and setup compared to the Context API.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Overkill for simple apps: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Can introduce unnecessary complexity for small projects where local state or the Context API would be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When to Use Which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717" y="1579045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Use the Context API when: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are building a small to medium-sized application.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are managing simple global states like themes, language preferences, or user authentication status.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State updates are infrequent.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prefer a lightweight, built-in solution without adding extra dependencies.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59" y="0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When to Use Which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943" y="1198900"/>
            <a:ext cx="11418870" cy="5232721"/>
          </a:xfrm>
        </p:spPr>
        <p:txBody>
          <a:bodyPr>
            <a:normAutofit fontScale="92500"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Use Redux when:</a:t>
            </a:r>
            <a:endParaRPr lang="en-US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are developing a large-scale application with complex state logic.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Many components need access to the same shared and frequently updated data.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require robust debugging tools and clear state traceability (e.g., time-travel debugging).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need a well-established structure and ecosystem for handling side effects and middleware.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59" y="0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When to Use Which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943" y="1198900"/>
            <a:ext cx="11418870" cy="52327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You can also use 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hybrid approach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, using the Context API for simple UI concerns (like themes) and Redux for core business logic and complex application data. 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4312</Words>
  <Application>WPS Presentation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Times New Roman</vt:lpstr>
      <vt:lpstr>Cambria</vt:lpstr>
      <vt:lpstr>Google Sans</vt:lpstr>
      <vt:lpstr>Segoe Print</vt:lpstr>
      <vt:lpstr>Microsoft YaHei</vt:lpstr>
      <vt:lpstr>Arial Unicode MS</vt:lpstr>
      <vt:lpstr>Calibri Light</vt:lpstr>
      <vt:lpstr>Office Theme</vt:lpstr>
      <vt:lpstr>PowerPoint 演示文稿</vt:lpstr>
      <vt:lpstr>React  State Management: Context API and Redux</vt:lpstr>
      <vt:lpstr>React Context API</vt:lpstr>
      <vt:lpstr>React Context API</vt:lpstr>
      <vt:lpstr>React Context API</vt:lpstr>
      <vt:lpstr>React Context API</vt:lpstr>
      <vt:lpstr>React Context API</vt:lpstr>
      <vt:lpstr>Redux</vt:lpstr>
      <vt:lpstr>Redux</vt:lpstr>
      <vt:lpstr>Redux</vt:lpstr>
      <vt:lpstr>Redux</vt:lpstr>
      <vt:lpstr>When to Use Which</vt:lpstr>
      <vt:lpstr>When to Use Which</vt:lpstr>
      <vt:lpstr>When to Use Which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PETER S</dc:creator>
  <cp:lastModifiedBy>Poonkodi R</cp:lastModifiedBy>
  <cp:revision>8</cp:revision>
  <dcterms:created xsi:type="dcterms:W3CDTF">2026-02-18T18:20:00Z</dcterms:created>
  <dcterms:modified xsi:type="dcterms:W3CDTF">2026-03-02T19:10:20Z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11ABC13951CA4740BA9E9E3FEC8FCCA2_12</vt:lpwstr>
  </property>
  <property fmtid="{D5CDD505-2E9C-101B-9397-08002B2CF9AE}" pid="3" name="KSOProductBuildVer">
    <vt:lpwstr>1033-12.2.0.23196</vt:lpwstr>
  </property>
</Properties>
</file>